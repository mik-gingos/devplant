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lder tree" id="{e03fb7a7-596e-0144-d1bd-cf10a10e1f26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DevPlant folder tree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tree: screens and contracts</a:t>
            </a:r>
            <a:endParaRPr lang="en-US" sz="3600" dirty="0"/>
          </a:p>
        </p:txBody>
      </p:sp>
      <p:sp>
        <p:nvSpPr>
          <p:cNvPr id="3" name="Root"/>
          <p:cNvSpPr/>
          <p:nvPr/>
        </p:nvSpPr>
        <p:spPr>
          <a:xfrm>
            <a:off x="457200" y="1005840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pic>
        <p:nvPicPr>
          <p:cNvPr id="4" name="Roo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51560"/>
            <a:ext cx="219456" cy="219456"/>
          </a:xfrm>
          <a:prstGeom prst="rect">
            <a:avLst/>
          </a:prstGeom>
        </p:spPr>
      </p:pic>
      <p:sp>
        <p:nvSpPr>
          <p:cNvPr id="5" name="Root label"/>
          <p:cNvSpPr txBox="1"/>
          <p:nvPr/>
        </p:nvSpPr>
        <p:spPr>
          <a:xfrm>
            <a:off x="841248" y="10058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DevPlant/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316736"/>
            <a:ext cx="0" cy="192024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08176"/>
            <a:ext cx="434340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83480" y="1408176"/>
            <a:ext cx="0" cy="100584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9" name="mixes circle"/>
          <p:cNvSpPr/>
          <p:nvPr/>
        </p:nvSpPr>
        <p:spPr>
          <a:xfrm>
            <a:off x="45720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mix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82880" cy="182880"/>
          </a:xfrm>
          <a:prstGeom prst="rect">
            <a:avLst/>
          </a:prstGeom>
        </p:spPr>
      </p:pic>
      <p:sp>
        <p:nvSpPr>
          <p:cNvPr id="11" name="mixes header"/>
          <p:cNvSpPr txBox="1"/>
          <p:nvPr/>
        </p:nvSpPr>
        <p:spPr>
          <a:xfrm>
            <a:off x="932688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mixes/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  the screens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2091690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13" name="mm_shell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3966"/>
            <a:ext cx="155448" cy="155448"/>
          </a:xfrm>
          <a:prstGeom prst="rect">
            <a:avLst/>
          </a:prstGeom>
        </p:spPr>
      </p:pic>
      <p:sp>
        <p:nvSpPr>
          <p:cNvPr id="14" name="mm_shell name"/>
          <p:cNvSpPr txBox="1"/>
          <p:nvPr/>
        </p:nvSpPr>
        <p:spPr>
          <a:xfrm>
            <a:off x="1097280" y="1984248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mm_shell/</a:t>
            </a:r>
            <a:endParaRPr lang="en-US" sz="1100" dirty="0"/>
          </a:p>
        </p:txBody>
      </p:sp>
      <p:sp>
        <p:nvSpPr>
          <p:cNvPr id="15" name="mm_shell desc"/>
          <p:cNvSpPr txBox="1"/>
          <p:nvPr/>
        </p:nvSpPr>
        <p:spPr>
          <a:xfrm>
            <a:off x="2514600" y="1984248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header, pager, island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2306574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17" name="mm_them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228850"/>
            <a:ext cx="155448" cy="155448"/>
          </a:xfrm>
          <a:prstGeom prst="rect">
            <a:avLst/>
          </a:prstGeom>
        </p:spPr>
      </p:pic>
      <p:sp>
        <p:nvSpPr>
          <p:cNvPr id="18" name="mm_theme name"/>
          <p:cNvSpPr txBox="1"/>
          <p:nvPr/>
        </p:nvSpPr>
        <p:spPr>
          <a:xfrm>
            <a:off x="1097280" y="2199132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mm_theme/</a:t>
            </a:r>
            <a:endParaRPr lang="en-US" sz="1100" dirty="0"/>
          </a:p>
        </p:txBody>
      </p:sp>
      <p:sp>
        <p:nvSpPr>
          <p:cNvPr id="19" name="mm_theme desc"/>
          <p:cNvSpPr txBox="1"/>
          <p:nvPr/>
        </p:nvSpPr>
        <p:spPr>
          <a:xfrm>
            <a:off x="2514600" y="2199132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colours, styles, logo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2521458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21" name="mm_sca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443734"/>
            <a:ext cx="155448" cy="155448"/>
          </a:xfrm>
          <a:prstGeom prst="rect">
            <a:avLst/>
          </a:prstGeom>
        </p:spPr>
      </p:pic>
      <p:sp>
        <p:nvSpPr>
          <p:cNvPr id="22" name="mm_scan name"/>
          <p:cNvSpPr txBox="1"/>
          <p:nvPr/>
        </p:nvSpPr>
        <p:spPr>
          <a:xfrm>
            <a:off x="1097280" y="2414016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mm_scan/</a:t>
            </a:r>
            <a:endParaRPr lang="en-US" sz="1100" dirty="0"/>
          </a:p>
        </p:txBody>
      </p:sp>
      <p:sp>
        <p:nvSpPr>
          <p:cNvPr id="23" name="mm_scan desc"/>
          <p:cNvSpPr txBox="1"/>
          <p:nvPr/>
        </p:nvSpPr>
        <p:spPr>
          <a:xfrm>
            <a:off x="2514600" y="2414016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camera, leaf framing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40080" y="2736342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25" name="mm_resul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658618"/>
            <a:ext cx="155448" cy="155448"/>
          </a:xfrm>
          <a:prstGeom prst="rect">
            <a:avLst/>
          </a:prstGeom>
        </p:spPr>
      </p:pic>
      <p:sp>
        <p:nvSpPr>
          <p:cNvPr id="26" name="mm_result name"/>
          <p:cNvSpPr txBox="1"/>
          <p:nvPr/>
        </p:nvSpPr>
        <p:spPr>
          <a:xfrm>
            <a:off x="1097280" y="2628900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mm_result/</a:t>
            </a:r>
            <a:endParaRPr lang="en-US" sz="1100" dirty="0"/>
          </a:p>
        </p:txBody>
      </p:sp>
      <p:sp>
        <p:nvSpPr>
          <p:cNvPr id="27" name="mm_result desc"/>
          <p:cNvSpPr txBox="1"/>
          <p:nvPr/>
        </p:nvSpPr>
        <p:spPr>
          <a:xfrm>
            <a:off x="2514600" y="2628900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diagnosis and advice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40080" y="2951226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29" name="mm_library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2873502"/>
            <a:ext cx="155448" cy="155448"/>
          </a:xfrm>
          <a:prstGeom prst="rect">
            <a:avLst/>
          </a:prstGeom>
        </p:spPr>
      </p:pic>
      <p:sp>
        <p:nvSpPr>
          <p:cNvPr id="30" name="mm_library name"/>
          <p:cNvSpPr txBox="1"/>
          <p:nvPr/>
        </p:nvSpPr>
        <p:spPr>
          <a:xfrm>
            <a:off x="1097280" y="2843784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mm_library/</a:t>
            </a:r>
            <a:endParaRPr lang="en-US" sz="1100" dirty="0"/>
          </a:p>
        </p:txBody>
      </p:sp>
      <p:sp>
        <p:nvSpPr>
          <p:cNvPr id="31" name="mm_library desc"/>
          <p:cNvSpPr txBox="1"/>
          <p:nvPr/>
        </p:nvSpPr>
        <p:spPr>
          <a:xfrm>
            <a:off x="2514600" y="2843784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pest &amp; disease guide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40080" y="3166110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33" name="mm_history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3088386"/>
            <a:ext cx="155448" cy="155448"/>
          </a:xfrm>
          <a:prstGeom prst="rect">
            <a:avLst/>
          </a:prstGeom>
        </p:spPr>
      </p:pic>
      <p:sp>
        <p:nvSpPr>
          <p:cNvPr id="34" name="mm_history name"/>
          <p:cNvSpPr txBox="1"/>
          <p:nvPr/>
        </p:nvSpPr>
        <p:spPr>
          <a:xfrm>
            <a:off x="1097280" y="3058668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mm_history/</a:t>
            </a:r>
            <a:endParaRPr lang="en-US" sz="1100" dirty="0"/>
          </a:p>
        </p:txBody>
      </p:sp>
      <p:sp>
        <p:nvSpPr>
          <p:cNvPr id="35" name="mm_history desc"/>
          <p:cNvSpPr txBox="1"/>
          <p:nvPr/>
        </p:nvSpPr>
        <p:spPr>
          <a:xfrm>
            <a:off x="2514600" y="3058668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past scans by date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640080" y="3380994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37" name="mm_fields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3303270"/>
            <a:ext cx="155448" cy="155448"/>
          </a:xfrm>
          <a:prstGeom prst="rect">
            <a:avLst/>
          </a:prstGeom>
        </p:spPr>
      </p:pic>
      <p:sp>
        <p:nvSpPr>
          <p:cNvPr id="38" name="mm_fields name"/>
          <p:cNvSpPr txBox="1"/>
          <p:nvPr/>
        </p:nvSpPr>
        <p:spPr>
          <a:xfrm>
            <a:off x="1097280" y="3273552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mm_fields/</a:t>
            </a:r>
            <a:endParaRPr lang="en-US" sz="1100" dirty="0"/>
          </a:p>
        </p:txBody>
      </p:sp>
      <p:sp>
        <p:nvSpPr>
          <p:cNvPr id="39" name="mm_fields desc"/>
          <p:cNvSpPr txBox="1"/>
          <p:nvPr/>
        </p:nvSpPr>
        <p:spPr>
          <a:xfrm>
            <a:off x="2514600" y="3273552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my crops and plots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640080" y="3595878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41" name="mm_alerts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3518154"/>
            <a:ext cx="155448" cy="155448"/>
          </a:xfrm>
          <a:prstGeom prst="rect">
            <a:avLst/>
          </a:prstGeom>
        </p:spPr>
      </p:pic>
      <p:sp>
        <p:nvSpPr>
          <p:cNvPr id="42" name="mm_alerts name"/>
          <p:cNvSpPr txBox="1"/>
          <p:nvPr/>
        </p:nvSpPr>
        <p:spPr>
          <a:xfrm>
            <a:off x="1097280" y="3488436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mm_alerts/</a:t>
            </a:r>
            <a:endParaRPr lang="en-US" sz="1100" dirty="0"/>
          </a:p>
        </p:txBody>
      </p:sp>
      <p:sp>
        <p:nvSpPr>
          <p:cNvPr id="43" name="mm_alerts desc"/>
          <p:cNvSpPr txBox="1"/>
          <p:nvPr/>
        </p:nvSpPr>
        <p:spPr>
          <a:xfrm>
            <a:off x="2514600" y="3488436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outbreak warnings</a:t>
            </a:r>
            <a:endParaRPr lang="en-US" sz="1100" dirty="0"/>
          </a:p>
        </p:txBody>
      </p:sp>
      <p:sp>
        <p:nvSpPr>
          <p:cNvPr id="44" name="Shape 32"/>
          <p:cNvSpPr/>
          <p:nvPr/>
        </p:nvSpPr>
        <p:spPr>
          <a:xfrm>
            <a:off x="640080" y="3810762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45" name="mm_dashboard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680" y="3733038"/>
            <a:ext cx="155448" cy="155448"/>
          </a:xfrm>
          <a:prstGeom prst="rect">
            <a:avLst/>
          </a:prstGeom>
        </p:spPr>
      </p:pic>
      <p:sp>
        <p:nvSpPr>
          <p:cNvPr id="46" name="mm_dashboard name"/>
          <p:cNvSpPr txBox="1"/>
          <p:nvPr/>
        </p:nvSpPr>
        <p:spPr>
          <a:xfrm>
            <a:off x="1097280" y="3703320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mm_dashboard/</a:t>
            </a:r>
            <a:endParaRPr lang="en-US" sz="1100" dirty="0"/>
          </a:p>
        </p:txBody>
      </p:sp>
      <p:sp>
        <p:nvSpPr>
          <p:cNvPr id="47" name="mm_dashboard desc"/>
          <p:cNvSpPr txBox="1"/>
          <p:nvPr/>
        </p:nvSpPr>
        <p:spPr>
          <a:xfrm>
            <a:off x="2514600" y="3703320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field health numbers</a:t>
            </a:r>
            <a:endParaRPr lang="en-US" sz="1100" dirty="0"/>
          </a:p>
        </p:txBody>
      </p:sp>
      <p:sp>
        <p:nvSpPr>
          <p:cNvPr id="48" name="Shape 35"/>
          <p:cNvSpPr/>
          <p:nvPr/>
        </p:nvSpPr>
        <p:spPr>
          <a:xfrm>
            <a:off x="640080" y="4025646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49" name="mm_search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680" y="3947922"/>
            <a:ext cx="155448" cy="155448"/>
          </a:xfrm>
          <a:prstGeom prst="rect">
            <a:avLst/>
          </a:prstGeom>
        </p:spPr>
      </p:pic>
      <p:sp>
        <p:nvSpPr>
          <p:cNvPr id="50" name="mm_search name"/>
          <p:cNvSpPr txBox="1"/>
          <p:nvPr/>
        </p:nvSpPr>
        <p:spPr>
          <a:xfrm>
            <a:off x="1097280" y="3918204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mm_search/</a:t>
            </a:r>
            <a:endParaRPr lang="en-US" sz="1100" dirty="0"/>
          </a:p>
        </p:txBody>
      </p:sp>
      <p:sp>
        <p:nvSpPr>
          <p:cNvPr id="51" name="mm_search desc"/>
          <p:cNvSpPr txBox="1"/>
          <p:nvPr/>
        </p:nvSpPr>
        <p:spPr>
          <a:xfrm>
            <a:off x="2514600" y="3918204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crops, diseases, pests</a:t>
            </a:r>
            <a:endParaRPr lang="en-US" sz="1100" dirty="0"/>
          </a:p>
        </p:txBody>
      </p:sp>
      <p:sp>
        <p:nvSpPr>
          <p:cNvPr id="52" name="Shape 38"/>
          <p:cNvSpPr/>
          <p:nvPr/>
        </p:nvSpPr>
        <p:spPr>
          <a:xfrm>
            <a:off x="640080" y="4240530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53" name="mm_settings 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8680" y="4162806"/>
            <a:ext cx="155448" cy="155448"/>
          </a:xfrm>
          <a:prstGeom prst="rect">
            <a:avLst/>
          </a:prstGeom>
        </p:spPr>
      </p:pic>
      <p:sp>
        <p:nvSpPr>
          <p:cNvPr id="54" name="mm_settings name"/>
          <p:cNvSpPr txBox="1"/>
          <p:nvPr/>
        </p:nvSpPr>
        <p:spPr>
          <a:xfrm>
            <a:off x="1097280" y="4133088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mm_settings/</a:t>
            </a:r>
            <a:endParaRPr lang="en-US" sz="1100" dirty="0"/>
          </a:p>
        </p:txBody>
      </p:sp>
      <p:sp>
        <p:nvSpPr>
          <p:cNvPr id="55" name="mm_settings desc"/>
          <p:cNvSpPr txBox="1"/>
          <p:nvPr/>
        </p:nvSpPr>
        <p:spPr>
          <a:xfrm>
            <a:off x="2514600" y="4133088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theme, model, about</a:t>
            </a:r>
            <a:endParaRPr lang="en-US" sz="1100" dirty="0"/>
          </a:p>
        </p:txBody>
      </p:sp>
      <p:sp>
        <p:nvSpPr>
          <p:cNvPr id="56" name="Shape 41"/>
          <p:cNvSpPr/>
          <p:nvPr/>
        </p:nvSpPr>
        <p:spPr>
          <a:xfrm>
            <a:off x="640080" y="4455414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57" name="mm_data ic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8680" y="4377690"/>
            <a:ext cx="155448" cy="155448"/>
          </a:xfrm>
          <a:prstGeom prst="rect">
            <a:avLst/>
          </a:prstGeom>
        </p:spPr>
      </p:pic>
      <p:sp>
        <p:nvSpPr>
          <p:cNvPr id="58" name="mm_data name"/>
          <p:cNvSpPr txBox="1"/>
          <p:nvPr/>
        </p:nvSpPr>
        <p:spPr>
          <a:xfrm>
            <a:off x="1097280" y="4347972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mm_data/</a:t>
            </a:r>
            <a:endParaRPr lang="en-US" sz="1100" dirty="0"/>
          </a:p>
        </p:txBody>
      </p:sp>
      <p:sp>
        <p:nvSpPr>
          <p:cNvPr id="59" name="mm_data desc"/>
          <p:cNvSpPr txBox="1"/>
          <p:nvPr/>
        </p:nvSpPr>
        <p:spPr>
          <a:xfrm>
            <a:off x="2514600" y="4347972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Store, photo cache</a:t>
            </a:r>
            <a:endParaRPr lang="en-US" sz="1100" dirty="0"/>
          </a:p>
        </p:txBody>
      </p:sp>
      <p:sp>
        <p:nvSpPr>
          <p:cNvPr id="60" name="mixes trunk"/>
          <p:cNvSpPr/>
          <p:nvPr/>
        </p:nvSpPr>
        <p:spPr>
          <a:xfrm>
            <a:off x="640080" y="1874520"/>
            <a:ext cx="0" cy="2580894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61" name="contracts circle"/>
          <p:cNvSpPr/>
          <p:nvPr/>
        </p:nvSpPr>
        <p:spPr>
          <a:xfrm>
            <a:off x="480060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2" name="contracts icon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2040" y="1600200"/>
            <a:ext cx="182880" cy="182880"/>
          </a:xfrm>
          <a:prstGeom prst="rect">
            <a:avLst/>
          </a:prstGeom>
        </p:spPr>
      </p:pic>
      <p:sp>
        <p:nvSpPr>
          <p:cNvPr id="63" name="contracts header"/>
          <p:cNvSpPr txBox="1"/>
          <p:nvPr/>
        </p:nvSpPr>
        <p:spPr>
          <a:xfrm>
            <a:off x="5276088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contracts/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  the abstraction layer</a:t>
            </a:r>
            <a:endParaRPr lang="en-US" sz="1600" dirty="0"/>
          </a:p>
        </p:txBody>
      </p:sp>
      <p:sp>
        <p:nvSpPr>
          <p:cNvPr id="64" name="Shape 47"/>
          <p:cNvSpPr/>
          <p:nvPr/>
        </p:nvSpPr>
        <p:spPr>
          <a:xfrm>
            <a:off x="4983480" y="2091690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65" name="ScanStore icon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12080" y="2013966"/>
            <a:ext cx="155448" cy="155448"/>
          </a:xfrm>
          <a:prstGeom prst="rect">
            <a:avLst/>
          </a:prstGeom>
        </p:spPr>
      </p:pic>
      <p:sp>
        <p:nvSpPr>
          <p:cNvPr id="66" name="ScanStore name"/>
          <p:cNvSpPr txBox="1"/>
          <p:nvPr/>
        </p:nvSpPr>
        <p:spPr>
          <a:xfrm>
            <a:off x="5440680" y="1984248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ScanStore</a:t>
            </a:r>
            <a:endParaRPr lang="en-US" sz="1100" dirty="0"/>
          </a:p>
        </p:txBody>
      </p:sp>
      <p:sp>
        <p:nvSpPr>
          <p:cNvPr id="67" name="ScanStore desc"/>
          <p:cNvSpPr txBox="1"/>
          <p:nvPr/>
        </p:nvSpPr>
        <p:spPr>
          <a:xfrm>
            <a:off x="6858000" y="1984248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save and list scans</a:t>
            </a:r>
            <a:endParaRPr lang="en-US" sz="1100" dirty="0"/>
          </a:p>
        </p:txBody>
      </p:sp>
      <p:sp>
        <p:nvSpPr>
          <p:cNvPr id="68" name="Shape 50"/>
          <p:cNvSpPr/>
          <p:nvPr/>
        </p:nvSpPr>
        <p:spPr>
          <a:xfrm>
            <a:off x="4983480" y="2306574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69" name="DiagnosisStore icon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12080" y="2228850"/>
            <a:ext cx="155448" cy="155448"/>
          </a:xfrm>
          <a:prstGeom prst="rect">
            <a:avLst/>
          </a:prstGeom>
        </p:spPr>
      </p:pic>
      <p:sp>
        <p:nvSpPr>
          <p:cNvPr id="70" name="DiagnosisStore name"/>
          <p:cNvSpPr txBox="1"/>
          <p:nvPr/>
        </p:nvSpPr>
        <p:spPr>
          <a:xfrm>
            <a:off x="5440680" y="2199132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DiagnosisStore</a:t>
            </a:r>
            <a:endParaRPr lang="en-US" sz="1100" dirty="0"/>
          </a:p>
        </p:txBody>
      </p:sp>
      <p:sp>
        <p:nvSpPr>
          <p:cNvPr id="71" name="DiagnosisStore desc"/>
          <p:cNvSpPr txBox="1"/>
          <p:nvPr/>
        </p:nvSpPr>
        <p:spPr>
          <a:xfrm>
            <a:off x="6858000" y="2199132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results, treatments</a:t>
            </a:r>
            <a:endParaRPr lang="en-US" sz="1100" dirty="0"/>
          </a:p>
        </p:txBody>
      </p:sp>
      <p:sp>
        <p:nvSpPr>
          <p:cNvPr id="72" name="Shape 53"/>
          <p:cNvSpPr/>
          <p:nvPr/>
        </p:nvSpPr>
        <p:spPr>
          <a:xfrm>
            <a:off x="4983480" y="2521458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73" name="CropStore icon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12080" y="2443734"/>
            <a:ext cx="155448" cy="155448"/>
          </a:xfrm>
          <a:prstGeom prst="rect">
            <a:avLst/>
          </a:prstGeom>
        </p:spPr>
      </p:pic>
      <p:sp>
        <p:nvSpPr>
          <p:cNvPr id="74" name="CropStore name"/>
          <p:cNvSpPr txBox="1"/>
          <p:nvPr/>
        </p:nvSpPr>
        <p:spPr>
          <a:xfrm>
            <a:off x="5440680" y="2414016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CropStore</a:t>
            </a:r>
            <a:endParaRPr lang="en-US" sz="1100" dirty="0"/>
          </a:p>
        </p:txBody>
      </p:sp>
      <p:sp>
        <p:nvSpPr>
          <p:cNvPr id="75" name="CropStore desc"/>
          <p:cNvSpPr txBox="1"/>
          <p:nvPr/>
        </p:nvSpPr>
        <p:spPr>
          <a:xfrm>
            <a:off x="6858000" y="2414016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crops and fields</a:t>
            </a:r>
            <a:endParaRPr lang="en-US" sz="1100" dirty="0"/>
          </a:p>
        </p:txBody>
      </p:sp>
      <p:sp>
        <p:nvSpPr>
          <p:cNvPr id="76" name="Shape 56"/>
          <p:cNvSpPr/>
          <p:nvPr/>
        </p:nvSpPr>
        <p:spPr>
          <a:xfrm>
            <a:off x="4983480" y="2736342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77" name="AlertStore icon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12080" y="2658618"/>
            <a:ext cx="155448" cy="155448"/>
          </a:xfrm>
          <a:prstGeom prst="rect">
            <a:avLst/>
          </a:prstGeom>
        </p:spPr>
      </p:pic>
      <p:sp>
        <p:nvSpPr>
          <p:cNvPr id="78" name="AlertStore name"/>
          <p:cNvSpPr txBox="1"/>
          <p:nvPr/>
        </p:nvSpPr>
        <p:spPr>
          <a:xfrm>
            <a:off x="5440680" y="2628900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AlertStore</a:t>
            </a:r>
            <a:endParaRPr lang="en-US" sz="1100" dirty="0"/>
          </a:p>
        </p:txBody>
      </p:sp>
      <p:sp>
        <p:nvSpPr>
          <p:cNvPr id="79" name="AlertStore desc"/>
          <p:cNvSpPr txBox="1"/>
          <p:nvPr/>
        </p:nvSpPr>
        <p:spPr>
          <a:xfrm>
            <a:off x="6858000" y="2628900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warnings</a:t>
            </a:r>
            <a:endParaRPr lang="en-US" sz="1100" dirty="0"/>
          </a:p>
        </p:txBody>
      </p:sp>
      <p:sp>
        <p:nvSpPr>
          <p:cNvPr id="80" name="Shape 59"/>
          <p:cNvSpPr/>
          <p:nvPr/>
        </p:nvSpPr>
        <p:spPr>
          <a:xfrm>
            <a:off x="4983480" y="2951226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81" name="Changes icon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12080" y="2873502"/>
            <a:ext cx="155448" cy="155448"/>
          </a:xfrm>
          <a:prstGeom prst="rect">
            <a:avLst/>
          </a:prstGeom>
        </p:spPr>
      </p:pic>
      <p:sp>
        <p:nvSpPr>
          <p:cNvPr id="82" name="Changes name"/>
          <p:cNvSpPr txBox="1"/>
          <p:nvPr/>
        </p:nvSpPr>
        <p:spPr>
          <a:xfrm>
            <a:off x="5440680" y="2843784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</a:t>
            </a:r>
            <a:endParaRPr lang="en-US" sz="1100" dirty="0"/>
          </a:p>
        </p:txBody>
      </p:sp>
      <p:sp>
        <p:nvSpPr>
          <p:cNvPr id="83" name="Changes desc"/>
          <p:cNvSpPr txBox="1"/>
          <p:nvPr/>
        </p:nvSpPr>
        <p:spPr>
          <a:xfrm>
            <a:off x="6858000" y="2843784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events</a:t>
            </a:r>
            <a:endParaRPr lang="en-US" sz="1100" dirty="0"/>
          </a:p>
        </p:txBody>
      </p:sp>
      <p:sp>
        <p:nvSpPr>
          <p:cNvPr id="84" name="Shape 62"/>
          <p:cNvSpPr/>
          <p:nvPr/>
        </p:nvSpPr>
        <p:spPr>
          <a:xfrm>
            <a:off x="4983480" y="3166110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85" name="Services icon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12080" y="3088386"/>
            <a:ext cx="155448" cy="155448"/>
          </a:xfrm>
          <a:prstGeom prst="rect">
            <a:avLst/>
          </a:prstGeom>
        </p:spPr>
      </p:pic>
      <p:sp>
        <p:nvSpPr>
          <p:cNvPr id="86" name="Services name"/>
          <p:cNvSpPr txBox="1"/>
          <p:nvPr/>
        </p:nvSpPr>
        <p:spPr>
          <a:xfrm>
            <a:off x="5440680" y="3058668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1100" dirty="0"/>
          </a:p>
        </p:txBody>
      </p:sp>
      <p:sp>
        <p:nvSpPr>
          <p:cNvPr id="87" name="Services desc"/>
          <p:cNvSpPr txBox="1"/>
          <p:nvPr/>
        </p:nvSpPr>
        <p:spPr>
          <a:xfrm>
            <a:off x="6858000" y="3058668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plain shapes</a:t>
            </a:r>
            <a:endParaRPr lang="en-US" sz="1100" dirty="0"/>
          </a:p>
        </p:txBody>
      </p:sp>
      <p:sp>
        <p:nvSpPr>
          <p:cNvPr id="88" name="contracts trunk"/>
          <p:cNvSpPr/>
          <p:nvPr/>
        </p:nvSpPr>
        <p:spPr>
          <a:xfrm>
            <a:off x="4983480" y="1874520"/>
            <a:ext cx="0" cy="129159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89" name="Rule card"/>
          <p:cNvSpPr/>
          <p:nvPr/>
        </p:nvSpPr>
        <p:spPr>
          <a:xfrm>
            <a:off x="4800600" y="3547872"/>
            <a:ext cx="388620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sp>
        <p:nvSpPr>
          <p:cNvPr id="90" name="Rule text"/>
          <p:cNvSpPr txBox="1"/>
          <p:nvPr/>
        </p:nvSpPr>
        <p:spPr>
          <a:xfrm>
            <a:off x="4983480" y="365760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How they connect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mixes only talks to contracts. It never imports gates. contracts imports nothing of ours.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tree: app and gates</a:t>
            </a:r>
            <a:endParaRPr lang="en-US" sz="3600" dirty="0"/>
          </a:p>
        </p:txBody>
      </p:sp>
      <p:sp>
        <p:nvSpPr>
          <p:cNvPr id="3" name="Root"/>
          <p:cNvSpPr/>
          <p:nvPr/>
        </p:nvSpPr>
        <p:spPr>
          <a:xfrm>
            <a:off x="457200" y="1005840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pic>
        <p:nvPicPr>
          <p:cNvPr id="4" name="Roo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51560"/>
            <a:ext cx="219456" cy="219456"/>
          </a:xfrm>
          <a:prstGeom prst="rect">
            <a:avLst/>
          </a:prstGeom>
        </p:spPr>
      </p:pic>
      <p:sp>
        <p:nvSpPr>
          <p:cNvPr id="5" name="Root label"/>
          <p:cNvSpPr txBox="1"/>
          <p:nvPr/>
        </p:nvSpPr>
        <p:spPr>
          <a:xfrm>
            <a:off x="841248" y="10058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DevPlant/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316736"/>
            <a:ext cx="0" cy="192024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08176"/>
            <a:ext cx="434340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83480" y="1408176"/>
            <a:ext cx="0" cy="100584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9" name="app circle"/>
          <p:cNvSpPr/>
          <p:nvPr/>
        </p:nvSpPr>
        <p:spPr>
          <a:xfrm>
            <a:off x="45720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p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82880" cy="182880"/>
          </a:xfrm>
          <a:prstGeom prst="rect">
            <a:avLst/>
          </a:prstGeom>
        </p:spPr>
      </p:pic>
      <p:sp>
        <p:nvSpPr>
          <p:cNvPr id="11" name="app header"/>
          <p:cNvSpPr txBox="1"/>
          <p:nvPr/>
        </p:nvSpPr>
        <p:spPr>
          <a:xfrm>
            <a:off x="932688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app/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  the bridge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2091690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13" name="app_db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3966"/>
            <a:ext cx="155448" cy="155448"/>
          </a:xfrm>
          <a:prstGeom prst="rect">
            <a:avLst/>
          </a:prstGeom>
        </p:spPr>
      </p:pic>
      <p:sp>
        <p:nvSpPr>
          <p:cNvPr id="14" name="app_db name"/>
          <p:cNvSpPr txBox="1"/>
          <p:nvPr/>
        </p:nvSpPr>
        <p:spPr>
          <a:xfrm>
            <a:off x="1097280" y="1984248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app_db/</a:t>
            </a:r>
            <a:endParaRPr lang="en-US" sz="1100" dirty="0"/>
          </a:p>
        </p:txBody>
      </p:sp>
      <p:sp>
        <p:nvSpPr>
          <p:cNvPr id="15" name="app_db desc"/>
          <p:cNvSpPr txBox="1"/>
          <p:nvPr/>
        </p:nvSpPr>
        <p:spPr>
          <a:xfrm>
            <a:off x="2514600" y="1984248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Room*Store classes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2306574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17" name="app_rule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228850"/>
            <a:ext cx="155448" cy="155448"/>
          </a:xfrm>
          <a:prstGeom prst="rect">
            <a:avLst/>
          </a:prstGeom>
        </p:spPr>
      </p:pic>
      <p:sp>
        <p:nvSpPr>
          <p:cNvPr id="18" name="app_rules name"/>
          <p:cNvSpPr txBox="1"/>
          <p:nvPr/>
        </p:nvSpPr>
        <p:spPr>
          <a:xfrm>
            <a:off x="1097280" y="2199132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app_rules/</a:t>
            </a:r>
            <a:endParaRPr lang="en-US" sz="1100" dirty="0"/>
          </a:p>
        </p:txBody>
      </p:sp>
      <p:sp>
        <p:nvSpPr>
          <p:cNvPr id="19" name="app_rules desc"/>
          <p:cNvSpPr txBox="1"/>
          <p:nvPr/>
        </p:nvSpPr>
        <p:spPr>
          <a:xfrm>
            <a:off x="2514600" y="2199132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DiagnosisRules, LeafPictures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2521458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21" name="wiring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443734"/>
            <a:ext cx="155448" cy="155448"/>
          </a:xfrm>
          <a:prstGeom prst="rect">
            <a:avLst/>
          </a:prstGeom>
        </p:spPr>
      </p:pic>
      <p:sp>
        <p:nvSpPr>
          <p:cNvPr id="22" name="wiring name"/>
          <p:cNvSpPr txBox="1"/>
          <p:nvPr/>
        </p:nvSpPr>
        <p:spPr>
          <a:xfrm>
            <a:off x="1097280" y="2414016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wiring/</a:t>
            </a:r>
            <a:endParaRPr lang="en-US" sz="1100" dirty="0"/>
          </a:p>
        </p:txBody>
      </p:sp>
      <p:sp>
        <p:nvSpPr>
          <p:cNvPr id="23" name="wiring desc"/>
          <p:cNvSpPr txBox="1"/>
          <p:nvPr/>
        </p:nvSpPr>
        <p:spPr>
          <a:xfrm>
            <a:off x="2514600" y="2414016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DevPlantApplication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40080" y="2736342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dash"/>
          </a:ln>
        </p:spPr>
      </p:sp>
      <p:pic>
        <p:nvPicPr>
          <p:cNvPr id="25" name="app_http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658618"/>
            <a:ext cx="155448" cy="155448"/>
          </a:xfrm>
          <a:prstGeom prst="rect">
            <a:avLst/>
          </a:prstGeom>
        </p:spPr>
      </p:pic>
      <p:sp>
        <p:nvSpPr>
          <p:cNvPr id="26" name="app_http name"/>
          <p:cNvSpPr txBox="1"/>
          <p:nvPr/>
        </p:nvSpPr>
        <p:spPr>
          <a:xfrm>
            <a:off x="1097280" y="2628900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9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app_http/</a:t>
            </a:r>
            <a:endParaRPr lang="en-US" sz="1100" dirty="0"/>
          </a:p>
        </p:txBody>
      </p:sp>
      <p:sp>
        <p:nvSpPr>
          <p:cNvPr id="27" name="app_http desc"/>
          <p:cNvSpPr txBox="1"/>
          <p:nvPr/>
        </p:nvSpPr>
        <p:spPr>
          <a:xfrm>
            <a:off x="2514600" y="2628900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9A90"/>
                </a:solidFill>
              </a:rPr>
              <a:t>planned: sync, experts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40080" y="2951226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dash"/>
          </a:ln>
        </p:spPr>
      </p:sp>
      <p:pic>
        <p:nvPicPr>
          <p:cNvPr id="29" name="app_security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2873502"/>
            <a:ext cx="155448" cy="155448"/>
          </a:xfrm>
          <a:prstGeom prst="rect">
            <a:avLst/>
          </a:prstGeom>
        </p:spPr>
      </p:pic>
      <p:sp>
        <p:nvSpPr>
          <p:cNvPr id="30" name="app_security name"/>
          <p:cNvSpPr txBox="1"/>
          <p:nvPr/>
        </p:nvSpPr>
        <p:spPr>
          <a:xfrm>
            <a:off x="1097280" y="2843784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9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app_security/</a:t>
            </a:r>
            <a:endParaRPr lang="en-US" sz="1100" dirty="0"/>
          </a:p>
        </p:txBody>
      </p:sp>
      <p:sp>
        <p:nvSpPr>
          <p:cNvPr id="31" name="app_security desc"/>
          <p:cNvSpPr txBox="1"/>
          <p:nvPr/>
        </p:nvSpPr>
        <p:spPr>
          <a:xfrm>
            <a:off x="2514600" y="2843784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9A90"/>
                </a:solidFill>
              </a:rPr>
              <a:t>planned: sign-in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40080" y="3166110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dash"/>
          </a:ln>
        </p:spPr>
      </p:sp>
      <p:pic>
        <p:nvPicPr>
          <p:cNvPr id="33" name="app_notify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3088386"/>
            <a:ext cx="155448" cy="155448"/>
          </a:xfrm>
          <a:prstGeom prst="rect">
            <a:avLst/>
          </a:prstGeom>
        </p:spPr>
      </p:pic>
      <p:sp>
        <p:nvSpPr>
          <p:cNvPr id="34" name="app_notify name"/>
          <p:cNvSpPr txBox="1"/>
          <p:nvPr/>
        </p:nvSpPr>
        <p:spPr>
          <a:xfrm>
            <a:off x="1097280" y="3058668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9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app_notify/</a:t>
            </a:r>
            <a:endParaRPr lang="en-US" sz="1100" dirty="0"/>
          </a:p>
        </p:txBody>
      </p:sp>
      <p:sp>
        <p:nvSpPr>
          <p:cNvPr id="35" name="app_notify desc"/>
          <p:cNvSpPr txBox="1"/>
          <p:nvPr/>
        </p:nvSpPr>
        <p:spPr>
          <a:xfrm>
            <a:off x="2514600" y="3058668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9A90"/>
                </a:solidFill>
              </a:rPr>
              <a:t>planned: push alerts</a:t>
            </a:r>
            <a:endParaRPr lang="en-US" sz="1100" dirty="0"/>
          </a:p>
        </p:txBody>
      </p:sp>
      <p:sp>
        <p:nvSpPr>
          <p:cNvPr id="36" name="app trunk"/>
          <p:cNvSpPr/>
          <p:nvPr/>
        </p:nvSpPr>
        <p:spPr>
          <a:xfrm>
            <a:off x="640080" y="1874520"/>
            <a:ext cx="0" cy="646938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37" name="app planned trunk"/>
          <p:cNvSpPr/>
          <p:nvPr/>
        </p:nvSpPr>
        <p:spPr>
          <a:xfrm>
            <a:off x="640080" y="2521458"/>
            <a:ext cx="0" cy="644652"/>
          </a:xfrm>
          <a:prstGeom prst="line">
            <a:avLst/>
          </a:prstGeom>
          <a:noFill/>
          <a:ln w="15875">
            <a:solidFill>
              <a:srgbClr val="D6CFC6"/>
            </a:solidFill>
            <a:prstDash val="dash"/>
          </a:ln>
        </p:spPr>
      </p:sp>
      <p:sp>
        <p:nvSpPr>
          <p:cNvPr id="38" name="gates circle"/>
          <p:cNvSpPr/>
          <p:nvPr/>
        </p:nvSpPr>
        <p:spPr>
          <a:xfrm>
            <a:off x="480060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gates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1600200"/>
            <a:ext cx="182880" cy="182880"/>
          </a:xfrm>
          <a:prstGeom prst="rect">
            <a:avLst/>
          </a:prstGeom>
        </p:spPr>
      </p:pic>
      <p:sp>
        <p:nvSpPr>
          <p:cNvPr id="40" name="gates header"/>
          <p:cNvSpPr txBox="1"/>
          <p:nvPr/>
        </p:nvSpPr>
        <p:spPr>
          <a:xfrm>
            <a:off x="5276088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gates/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  the tools</a:t>
            </a:r>
            <a:endParaRPr lang="en-US" sz="1600" dirty="0"/>
          </a:p>
        </p:txBody>
      </p:sp>
      <p:sp>
        <p:nvSpPr>
          <p:cNvPr id="41" name="Shape 30"/>
          <p:cNvSpPr/>
          <p:nvPr/>
        </p:nvSpPr>
        <p:spPr>
          <a:xfrm>
            <a:off x="4983480" y="2091690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42" name="gm_db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2080" y="2013966"/>
            <a:ext cx="155448" cy="155448"/>
          </a:xfrm>
          <a:prstGeom prst="rect">
            <a:avLst/>
          </a:prstGeom>
        </p:spPr>
      </p:pic>
      <p:sp>
        <p:nvSpPr>
          <p:cNvPr id="43" name="gm_db name"/>
          <p:cNvSpPr txBox="1"/>
          <p:nvPr/>
        </p:nvSpPr>
        <p:spPr>
          <a:xfrm>
            <a:off x="5440680" y="1984248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gm_db/</a:t>
            </a:r>
            <a:endParaRPr lang="en-US" sz="1100" dirty="0"/>
          </a:p>
        </p:txBody>
      </p:sp>
      <p:sp>
        <p:nvSpPr>
          <p:cNvPr id="44" name="gm_db desc"/>
          <p:cNvSpPr txBox="1"/>
          <p:nvPr/>
        </p:nvSpPr>
        <p:spPr>
          <a:xfrm>
            <a:off x="6858000" y="1984248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Room database, 8 tables</a:t>
            </a:r>
            <a:endParaRPr 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5289804" y="2306574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46" name="Crop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8404" y="2228850"/>
            <a:ext cx="155448" cy="155448"/>
          </a:xfrm>
          <a:prstGeom prst="rect">
            <a:avLst/>
          </a:prstGeom>
        </p:spPr>
      </p:pic>
      <p:sp>
        <p:nvSpPr>
          <p:cNvPr id="47" name="Crop name"/>
          <p:cNvSpPr txBox="1"/>
          <p:nvPr/>
        </p:nvSpPr>
        <p:spPr>
          <a:xfrm>
            <a:off x="5747004" y="2199132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</a:t>
            </a:r>
            <a:endParaRPr lang="en-US" sz="1100" dirty="0"/>
          </a:p>
        </p:txBody>
      </p:sp>
      <p:sp>
        <p:nvSpPr>
          <p:cNvPr id="48" name="Crop desc"/>
          <p:cNvSpPr txBox="1"/>
          <p:nvPr/>
        </p:nvSpPr>
        <p:spPr>
          <a:xfrm>
            <a:off x="7164324" y="2199132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9" name="Shape 36"/>
          <p:cNvSpPr/>
          <p:nvPr/>
        </p:nvSpPr>
        <p:spPr>
          <a:xfrm>
            <a:off x="5289804" y="2521458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50" name="Field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8404" y="2443734"/>
            <a:ext cx="155448" cy="155448"/>
          </a:xfrm>
          <a:prstGeom prst="rect">
            <a:avLst/>
          </a:prstGeom>
        </p:spPr>
      </p:pic>
      <p:sp>
        <p:nvSpPr>
          <p:cNvPr id="51" name="Field name"/>
          <p:cNvSpPr txBox="1"/>
          <p:nvPr/>
        </p:nvSpPr>
        <p:spPr>
          <a:xfrm>
            <a:off x="5747004" y="2414016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endParaRPr lang="en-US" sz="1100" dirty="0"/>
          </a:p>
        </p:txBody>
      </p:sp>
      <p:sp>
        <p:nvSpPr>
          <p:cNvPr id="52" name="Field desc"/>
          <p:cNvSpPr txBox="1"/>
          <p:nvPr/>
        </p:nvSpPr>
        <p:spPr>
          <a:xfrm>
            <a:off x="7164324" y="2414016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3" name="Shape 39"/>
          <p:cNvSpPr/>
          <p:nvPr/>
        </p:nvSpPr>
        <p:spPr>
          <a:xfrm>
            <a:off x="5289804" y="2736342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54" name="Scan 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18404" y="2658618"/>
            <a:ext cx="155448" cy="155448"/>
          </a:xfrm>
          <a:prstGeom prst="rect">
            <a:avLst/>
          </a:prstGeom>
        </p:spPr>
      </p:pic>
      <p:sp>
        <p:nvSpPr>
          <p:cNvPr id="55" name="Scan name"/>
          <p:cNvSpPr txBox="1"/>
          <p:nvPr/>
        </p:nvSpPr>
        <p:spPr>
          <a:xfrm>
            <a:off x="5747004" y="2628900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endParaRPr lang="en-US" sz="1100" dirty="0"/>
          </a:p>
        </p:txBody>
      </p:sp>
      <p:sp>
        <p:nvSpPr>
          <p:cNvPr id="56" name="Scan desc"/>
          <p:cNvSpPr txBox="1"/>
          <p:nvPr/>
        </p:nvSpPr>
        <p:spPr>
          <a:xfrm>
            <a:off x="7164324" y="2628900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7" name="Shape 42"/>
          <p:cNvSpPr/>
          <p:nvPr/>
        </p:nvSpPr>
        <p:spPr>
          <a:xfrm>
            <a:off x="5289804" y="2951226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58" name="Diagnosis ic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18404" y="2873502"/>
            <a:ext cx="155448" cy="155448"/>
          </a:xfrm>
          <a:prstGeom prst="rect">
            <a:avLst/>
          </a:prstGeom>
        </p:spPr>
      </p:pic>
      <p:sp>
        <p:nvSpPr>
          <p:cNvPr id="59" name="Diagnosis name"/>
          <p:cNvSpPr txBox="1"/>
          <p:nvPr/>
        </p:nvSpPr>
        <p:spPr>
          <a:xfrm>
            <a:off x="5747004" y="2843784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60" name="Diagnosis desc"/>
          <p:cNvSpPr txBox="1"/>
          <p:nvPr/>
        </p:nvSpPr>
        <p:spPr>
          <a:xfrm>
            <a:off x="7164324" y="2843784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1" name="Shape 45"/>
          <p:cNvSpPr/>
          <p:nvPr/>
        </p:nvSpPr>
        <p:spPr>
          <a:xfrm>
            <a:off x="5289804" y="3166110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62" name="Disease icon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18404" y="3088386"/>
            <a:ext cx="155448" cy="155448"/>
          </a:xfrm>
          <a:prstGeom prst="rect">
            <a:avLst/>
          </a:prstGeom>
        </p:spPr>
      </p:pic>
      <p:sp>
        <p:nvSpPr>
          <p:cNvPr id="63" name="Disease name"/>
          <p:cNvSpPr txBox="1"/>
          <p:nvPr/>
        </p:nvSpPr>
        <p:spPr>
          <a:xfrm>
            <a:off x="5747004" y="3058668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</a:t>
            </a:r>
            <a:endParaRPr lang="en-US" sz="1100" dirty="0"/>
          </a:p>
        </p:txBody>
      </p:sp>
      <p:sp>
        <p:nvSpPr>
          <p:cNvPr id="64" name="Disease desc"/>
          <p:cNvSpPr txBox="1"/>
          <p:nvPr/>
        </p:nvSpPr>
        <p:spPr>
          <a:xfrm>
            <a:off x="7164324" y="3058668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5" name="Shape 48"/>
          <p:cNvSpPr/>
          <p:nvPr/>
        </p:nvSpPr>
        <p:spPr>
          <a:xfrm>
            <a:off x="5289804" y="3380994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66" name="Pest icon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18404" y="3303270"/>
            <a:ext cx="155448" cy="155448"/>
          </a:xfrm>
          <a:prstGeom prst="rect">
            <a:avLst/>
          </a:prstGeom>
        </p:spPr>
      </p:pic>
      <p:sp>
        <p:nvSpPr>
          <p:cNvPr id="67" name="Pest name"/>
          <p:cNvSpPr txBox="1"/>
          <p:nvPr/>
        </p:nvSpPr>
        <p:spPr>
          <a:xfrm>
            <a:off x="5747004" y="3273552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Pest</a:t>
            </a:r>
            <a:endParaRPr lang="en-US" sz="1100" dirty="0"/>
          </a:p>
        </p:txBody>
      </p:sp>
      <p:sp>
        <p:nvSpPr>
          <p:cNvPr id="68" name="Pest desc"/>
          <p:cNvSpPr txBox="1"/>
          <p:nvPr/>
        </p:nvSpPr>
        <p:spPr>
          <a:xfrm>
            <a:off x="7164324" y="3273552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9" name="Shape 51"/>
          <p:cNvSpPr/>
          <p:nvPr/>
        </p:nvSpPr>
        <p:spPr>
          <a:xfrm>
            <a:off x="5289804" y="3595878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70" name="Treatment icon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18404" y="3518154"/>
            <a:ext cx="155448" cy="155448"/>
          </a:xfrm>
          <a:prstGeom prst="rect">
            <a:avLst/>
          </a:prstGeom>
        </p:spPr>
      </p:pic>
      <p:sp>
        <p:nvSpPr>
          <p:cNvPr id="71" name="Treatment name"/>
          <p:cNvSpPr txBox="1"/>
          <p:nvPr/>
        </p:nvSpPr>
        <p:spPr>
          <a:xfrm>
            <a:off x="5747004" y="3488436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Treatment</a:t>
            </a:r>
            <a:endParaRPr lang="en-US" sz="1100" dirty="0"/>
          </a:p>
        </p:txBody>
      </p:sp>
      <p:sp>
        <p:nvSpPr>
          <p:cNvPr id="72" name="Treatment desc"/>
          <p:cNvSpPr txBox="1"/>
          <p:nvPr/>
        </p:nvSpPr>
        <p:spPr>
          <a:xfrm>
            <a:off x="7164324" y="3488436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73" name="Shape 54"/>
          <p:cNvSpPr/>
          <p:nvPr/>
        </p:nvSpPr>
        <p:spPr>
          <a:xfrm>
            <a:off x="5289804" y="3810762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74" name="Alert icon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18404" y="3733038"/>
            <a:ext cx="155448" cy="155448"/>
          </a:xfrm>
          <a:prstGeom prst="rect">
            <a:avLst/>
          </a:prstGeom>
        </p:spPr>
      </p:pic>
      <p:sp>
        <p:nvSpPr>
          <p:cNvPr id="75" name="Alert name"/>
          <p:cNvSpPr txBox="1"/>
          <p:nvPr/>
        </p:nvSpPr>
        <p:spPr>
          <a:xfrm>
            <a:off x="5747004" y="3703320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endParaRPr lang="en-US" sz="1100" dirty="0"/>
          </a:p>
        </p:txBody>
      </p:sp>
      <p:sp>
        <p:nvSpPr>
          <p:cNvPr id="76" name="Alert desc"/>
          <p:cNvSpPr txBox="1"/>
          <p:nvPr/>
        </p:nvSpPr>
        <p:spPr>
          <a:xfrm>
            <a:off x="7164324" y="3703320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77" name="Shape 57"/>
          <p:cNvSpPr/>
          <p:nvPr/>
        </p:nvSpPr>
        <p:spPr>
          <a:xfrm>
            <a:off x="4983480" y="4025646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78" name="gm_images icon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12080" y="3947922"/>
            <a:ext cx="155448" cy="155448"/>
          </a:xfrm>
          <a:prstGeom prst="rect">
            <a:avLst/>
          </a:prstGeom>
        </p:spPr>
      </p:pic>
      <p:sp>
        <p:nvSpPr>
          <p:cNvPr id="79" name="gm_images name"/>
          <p:cNvSpPr txBox="1"/>
          <p:nvPr/>
        </p:nvSpPr>
        <p:spPr>
          <a:xfrm>
            <a:off x="5440680" y="3918204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gm_images/</a:t>
            </a:r>
            <a:endParaRPr lang="en-US" sz="1100" dirty="0"/>
          </a:p>
        </p:txBody>
      </p:sp>
      <p:sp>
        <p:nvSpPr>
          <p:cNvPr id="80" name="gm_images desc"/>
          <p:cNvSpPr txBox="1"/>
          <p:nvPr/>
        </p:nvSpPr>
        <p:spPr>
          <a:xfrm>
            <a:off x="6858000" y="3918204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leaf photo files</a:t>
            </a:r>
            <a:endParaRPr lang="en-US" sz="1100" dirty="0"/>
          </a:p>
        </p:txBody>
      </p:sp>
      <p:sp>
        <p:nvSpPr>
          <p:cNvPr id="81" name="Shape 60"/>
          <p:cNvSpPr/>
          <p:nvPr/>
        </p:nvSpPr>
        <p:spPr>
          <a:xfrm>
            <a:off x="4983480" y="4240530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pic>
        <p:nvPicPr>
          <p:cNvPr id="82" name="gm_model icon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12080" y="4162806"/>
            <a:ext cx="155448" cy="155448"/>
          </a:xfrm>
          <a:prstGeom prst="rect">
            <a:avLst/>
          </a:prstGeom>
        </p:spPr>
      </p:pic>
      <p:sp>
        <p:nvSpPr>
          <p:cNvPr id="83" name="gm_model name"/>
          <p:cNvSpPr txBox="1"/>
          <p:nvPr/>
        </p:nvSpPr>
        <p:spPr>
          <a:xfrm>
            <a:off x="5440680" y="4133088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gm_model/</a:t>
            </a:r>
            <a:endParaRPr lang="en-US" sz="1100" dirty="0"/>
          </a:p>
        </p:txBody>
      </p:sp>
      <p:sp>
        <p:nvSpPr>
          <p:cNvPr id="84" name="gm_model desc"/>
          <p:cNvSpPr txBox="1"/>
          <p:nvPr/>
        </p:nvSpPr>
        <p:spPr>
          <a:xfrm>
            <a:off x="6858000" y="4133088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on-device AI model</a:t>
            </a:r>
            <a:endParaRPr lang="en-US" sz="1100" dirty="0"/>
          </a:p>
        </p:txBody>
      </p:sp>
      <p:sp>
        <p:nvSpPr>
          <p:cNvPr id="85" name="Shape 63"/>
          <p:cNvSpPr/>
          <p:nvPr/>
        </p:nvSpPr>
        <p:spPr>
          <a:xfrm>
            <a:off x="4983480" y="4455414"/>
            <a:ext cx="18288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dash"/>
          </a:ln>
        </p:spPr>
      </p:sp>
      <p:pic>
        <p:nvPicPr>
          <p:cNvPr id="86" name="gm_location icon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12080" y="4377690"/>
            <a:ext cx="155448" cy="155448"/>
          </a:xfrm>
          <a:prstGeom prst="rect">
            <a:avLst/>
          </a:prstGeom>
        </p:spPr>
      </p:pic>
      <p:sp>
        <p:nvSpPr>
          <p:cNvPr id="87" name="gm_location name"/>
          <p:cNvSpPr txBox="1"/>
          <p:nvPr/>
        </p:nvSpPr>
        <p:spPr>
          <a:xfrm>
            <a:off x="5440680" y="4347972"/>
            <a:ext cx="14173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9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gm_location/</a:t>
            </a:r>
            <a:endParaRPr lang="en-US" sz="1100" dirty="0"/>
          </a:p>
        </p:txBody>
      </p:sp>
      <p:sp>
        <p:nvSpPr>
          <p:cNvPr id="88" name="gm_location desc"/>
          <p:cNvSpPr txBox="1"/>
          <p:nvPr/>
        </p:nvSpPr>
        <p:spPr>
          <a:xfrm>
            <a:off x="6858000" y="4347972"/>
            <a:ext cx="1965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9A90"/>
                </a:solidFill>
              </a:rPr>
              <a:t>planned: GPS for fields</a:t>
            </a:r>
            <a:endParaRPr lang="en-US" sz="1100" dirty="0"/>
          </a:p>
        </p:txBody>
      </p:sp>
      <p:sp>
        <p:nvSpPr>
          <p:cNvPr id="89" name="gates trunk"/>
          <p:cNvSpPr/>
          <p:nvPr/>
        </p:nvSpPr>
        <p:spPr>
          <a:xfrm>
            <a:off x="4983480" y="1874520"/>
            <a:ext cx="0" cy="236601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90" name="gates planned trunk"/>
          <p:cNvSpPr/>
          <p:nvPr/>
        </p:nvSpPr>
        <p:spPr>
          <a:xfrm>
            <a:off x="4983480" y="4240530"/>
            <a:ext cx="0" cy="214884"/>
          </a:xfrm>
          <a:prstGeom prst="line">
            <a:avLst/>
          </a:prstGeom>
          <a:noFill/>
          <a:ln w="15875">
            <a:solidFill>
              <a:srgbClr val="D6CFC6"/>
            </a:solidFill>
            <a:prstDash val="dash"/>
          </a:ln>
        </p:spPr>
      </p:sp>
      <p:sp>
        <p:nvSpPr>
          <p:cNvPr id="91" name="gates nested trunk"/>
          <p:cNvSpPr/>
          <p:nvPr/>
        </p:nvSpPr>
        <p:spPr>
          <a:xfrm>
            <a:off x="5289804" y="2187702"/>
            <a:ext cx="0" cy="162306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92" name="Legend card"/>
          <p:cNvSpPr/>
          <p:nvPr/>
        </p:nvSpPr>
        <p:spPr>
          <a:xfrm>
            <a:off x="457200" y="3547872"/>
            <a:ext cx="388620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sp>
        <p:nvSpPr>
          <p:cNvPr id="93" name="Legend text"/>
          <p:cNvSpPr txBox="1"/>
          <p:nvPr/>
        </p:nvSpPr>
        <p:spPr>
          <a:xfrm>
            <a:off x="640080" y="365760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Reading the tree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Grey names on dashed lines are planned. app is the only module that knows both contracts and gates.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vPlant Bun">
  <a:themeElements>
    <a:clrScheme name="DevPlant Bun">
      <a:dk1>
        <a:srgbClr val="1A1612"/>
      </a:dk1>
      <a:lt1>
        <a:srgbClr val="FFFFFF"/>
      </a:lt1>
      <a:dk2>
        <a:srgbClr val="5C534B"/>
      </a:dk2>
      <a:lt2>
        <a:srgbClr val="F4F1EC"/>
      </a:lt2>
      <a:accent1>
        <a:srgbClr val="F472B6"/>
      </a:accent1>
      <a:accent2>
        <a:srgbClr val="FBF0DF"/>
      </a:accent2>
      <a:accent3>
        <a:srgbClr val="2B2520"/>
      </a:accent3>
      <a:accent4>
        <a:srgbClr val="4ADE80"/>
      </a:accent4>
      <a:accent5>
        <a:srgbClr val="D6CFC6"/>
      </a:accent5>
      <a:accent6>
        <a:srgbClr val="BE185D"/>
      </a:accent6>
      <a:hlink>
        <a:srgbClr val="BE185D"/>
      </a:hlink>
      <a:folHlink>
        <a:srgbClr val="9D174D"/>
      </a:folHlink>
    </a:clrScheme>
    <a:fontScheme name="DevPlant Bu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DevPlant folder tree</dc:title>
  <dc:subject>PptxGenJS Presentation</dc:subject>
  <dc:creator>PptxGenJS</dc:creator>
  <cp:lastModifiedBy>PptxGenJS</cp:lastModifiedBy>
  <cp:revision>1</cp:revision>
  <dcterms:created xsi:type="dcterms:W3CDTF">2026-10-23T06:43:32Z</dcterms:created>
  <dcterms:modified xsi:type="dcterms:W3CDTF">2026-10-23T06:43:32Z</dcterms:modified>
</cp:coreProperties>
</file>